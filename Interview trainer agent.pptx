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 xml:space="preserve"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Kanaka Durga MahaLakshmi Chellingi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24h41a6113@bvcits.edu.in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 [WhatsApp]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Career Development &amp; Education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AceIt – Smart Interview Preparation Agent Using LangFlow &amp; IBM Granite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Interview Trainer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 xml:space="preserve">Candidates struggle to find </a:t>
            </a:r>
            <a:r>
              <a:rPr lang="en-US" dirty="0"/>
              <a:t>role-specific questions, model answers, and structured preparation</a:t>
            </a:r>
            <a:r>
              <a:rPr lang="en-US" dirty="0"/>
              <a:t xml:space="preserve"> for competitive hiring environments. </a:t>
            </a:r>
          </a:p>
          <a:p>
            <a:pPr fontAlgn="base"/>
            <a:r>
              <a:rPr lang="en-US" dirty="0"/>
              <a:t xml:space="preserve">Users input their </a:t>
            </a:r>
            <a:r>
              <a:rPr lang="en-US" dirty="0"/>
              <a:t>resume or job title</a:t>
            </a:r>
            <a:r>
              <a:rPr lang="en-US" dirty="0"/>
              <a:t xml:space="preserve"> – agent provides targeted questions, model answers &amp; improvement tips.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 </a:t>
            </a:r>
            <a:r>
              <a:rPr lang="en-US" b="1" dirty="0"/>
              <a:t>AI-powered Interview Trainer Agent</a:t>
            </a:r>
            <a:r>
              <a:rPr lang="en-US" dirty="0"/>
              <a:t> that delivers </a:t>
            </a:r>
            <a:r>
              <a:rPr lang="en-US" dirty="0"/>
              <a:t>personalized interview preparation and guidance</a:t>
            </a:r>
            <a:r>
              <a:rPr lang="en-US" dirty="0"/>
              <a:t> for job seekers across all domains and experience levels.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Role-Specific Question Bank</a:t>
            </a:r>
            <a:r>
              <a:rPr lang="en-US" dirty="0"/>
              <a:t> – Tailored questions based on job role &amp; experience level.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RAG-Based Answer Retrieval</a:t>
            </a:r>
            <a:r>
              <a:rPr lang="en-US" dirty="0"/>
              <a:t> – Retrieves answers from recruitment portals &amp; LinkedIn using RAG.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&amp; Feedback</a:t>
            </a:r>
            <a:r>
              <a:rPr lang="en-US" dirty="0"/>
              <a:t> – Scores user answers and provides model answers instantly.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Behavioral &amp; Technical Preparation</a:t>
            </a:r>
            <a:r>
              <a:rPr lang="en-US" dirty="0"/>
              <a:t> – Covers technical &amp; soft skill rounds comprehensively.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 xml:space="preserve"> – 4 specialized agents collaborate: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Question Generation Agent</a:t>
            </a:r>
            <a:r>
              <a:rPr lang="en-US" dirty="0"/>
              <a:t> – Generates role-specific questions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Agent</a:t>
            </a:r>
            <a:r>
              <a:rPr lang="en-US" dirty="0"/>
              <a:t> – Evaluates user responses &amp; scores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Feedback &amp; Tips Agent</a:t>
            </a:r>
            <a:r>
              <a:rPr lang="en-US" dirty="0"/>
              <a:t> – Provides model answers &amp; tips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Progress Tracker Agent</a:t>
            </a:r>
            <a:r>
              <a:rPr lang="en-US" dirty="0"/>
              <a:t> – Tracks sessions &amp; weak areas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Performance Dashboard</a:t>
            </a:r>
            <a:r>
              <a:rPr lang="en-US" dirty="0"/>
              <a:t> – Tracks progress, weak areas &amp; readiness score.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No. 22 – Interview Trainer Agent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 xml:space="preserve"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 xml:space="preserve"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AceIt – AI-Powered Interview Trainer Agent</a:t>
            </a:r>
          </a:p>
          <a:p>
            <a:r>
              <a:rPr lang="en-US" dirty="0"/>
              <a:t xml:space="preserve">The proposed solution is a </a:t>
            </a:r>
            <a:r>
              <a:rPr lang="en-US" b="1" dirty="0"/>
              <a:t>multi-agent AI-powered Interview Trainer Agent</a:t>
            </a:r>
            <a:r>
              <a:rPr lang="en-US" dirty="0"/>
              <a:t xml:space="preserve"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 xml:space="preserve"> to provide personalized, real-time interview preparation. The system addresses challenges in question generation, answer evaluation, and career readiness through an intelligent, modular architecture.</a:t>
            </a:r>
          </a:p>
          <a:p>
            <a:r>
              <a:rPr lang="en-US" dirty="0"/>
              <a:t xml:space="preserve"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 xml:space="preserve"> pipeline to fetch accurate interview Q&amp;A from trusted sources such as HR portals and LinkedIn. This data is embedded in a vector database, enabling the system to retrieve role-specific questions and model answers using Granite models.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Question Generation Agent</a:t>
            </a:r>
            <a:r>
              <a:rPr lang="en-US" dirty="0"/>
              <a:t xml:space="preserve"> retrieves role-specific interview questions using RAG. </a:t>
            </a:r>
          </a:p>
          <a:p>
            <a:r>
              <a:rPr lang="en-US" b="1" dirty="0"/>
              <a:t>Answer Evaluation Agent</a:t>
            </a:r>
            <a:r>
              <a:rPr lang="en-US" dirty="0"/>
              <a:t xml:space="preserve"> evaluates user answers and provides scores and improvement tips. </a:t>
            </a:r>
          </a:p>
          <a:p>
            <a:r>
              <a:rPr lang="en-US" b="1" dirty="0"/>
              <a:t>Feedback &amp; Tips Agent</a:t>
            </a:r>
            <a:r>
              <a:rPr lang="en-US" dirty="0"/>
              <a:t xml:space="preserve"> provides communication tips, body language advice, and HR round guidance. </a:t>
            </a:r>
          </a:p>
          <a:p>
            <a:r>
              <a:rPr lang="en-US" b="1" dirty="0"/>
              <a:t>Progress Tracker Agent</a:t>
            </a:r>
            <a:r>
              <a:rPr lang="en-US" dirty="0"/>
              <a:t xml:space="preserve"> tracks preparation history and highlights weak areas across mock sessions. </a:t>
            </a:r>
          </a:p>
          <a:p>
            <a:r>
              <a:rPr lang="en-US" dirty="0"/>
              <a:t xml:space="preserve">The solution includes a </a:t>
            </a:r>
            <a:r>
              <a:rPr lang="en-US" b="1" dirty="0"/>
              <a:t>user-friendly dashboard</a:t>
            </a:r>
            <a:r>
              <a:rPr lang="en-US" dirty="0"/>
              <a:t xml:space="preserve"> (built with </a:t>
            </a:r>
            <a:r>
              <a:rPr lang="en-US" dirty="0" err="1"/>
              <a:t>Streamlit</a:t>
            </a:r>
            <a:r>
              <a:rPr lang="en-US" dirty="0"/>
              <a:t xml:space="preserve"> or React) that visualizes preparation progress, highlights weak topics, and shows interview readiness score.</a:t>
            </a:r>
          </a:p>
          <a:p>
            <a:r>
              <a:rPr lang="en-US" dirty="0" err="1"/>
              <a:t>LangFlow</a:t>
            </a:r>
            <a:r>
              <a:rPr lang="en-US" dirty="0"/>
              <a:t xml:space="preserve"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 xml:space="preserve">Overall, this solution delivers an </a:t>
            </a:r>
            <a:r>
              <a:rPr lang="en-US" b="1" dirty="0"/>
              <a:t>end-to-end intelligent Interview Trainer Agent</a:t>
            </a:r>
            <a:r>
              <a:rPr lang="en-US" dirty="0"/>
              <a:t xml:space="preserve"> that promotes interview readiness through personalized insights, real-time feedback, and higher hiring success rates.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 xml:space="preserve">1) Chat Input </a:t>
            </a:r>
            <a:r>
              <a:rPr lang="en-US" dirty="0"/>
              <a:t>– Interface where users enter their resume, job title, or interview responses (text/voice).</a:t>
            </a:r>
          </a:p>
          <a:p>
            <a:endParaRPr lang="en-US" dirty="0"/>
          </a:p>
          <a:p>
            <a:r>
              <a:rPr lang="en-US" b="1" dirty="0"/>
              <a:t xml:space="preserve">2) IBM </a:t>
            </a:r>
            <a:r>
              <a:rPr lang="en-US" b="1" dirty="0" err="1"/>
              <a:t>watsonx</a:t>
            </a:r>
            <a:r>
              <a:rPr lang="en-US" b="1" dirty="0"/>
              <a:t xml:space="preserve"> AI Agent </a:t>
            </a:r>
            <a:r>
              <a:rPr lang="en-US" dirty="0"/>
              <a:t xml:space="preserve">- Processes user input using Granite models to generate personalized interview questions and evaluation. </a:t>
            </a:r>
          </a:p>
          <a:p>
            <a:endParaRPr lang="en-US" dirty="0"/>
          </a:p>
          <a:p>
            <a:r>
              <a:rPr lang="en-US" b="1" dirty="0"/>
              <a:t xml:space="preserve">3) Name of IBM Granite model - </a:t>
            </a:r>
            <a:r>
              <a:rPr lang="en-US" dirty="0"/>
              <a:t>Granite-4.0-8B-Instruct → For question generation and answer evaluation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 xml:space="preserve">Displays AI-generated interview questions, model answers, and improvement feedback. </a:t>
            </a:r>
          </a:p>
          <a:p>
            <a:endParaRPr lang="en-US" dirty="0"/>
          </a:p>
          <a:p>
            <a:r>
              <a:rPr lang="en-US" b="1" dirty="0"/>
              <a:t xml:space="preserve">5) </a:t>
            </a:r>
            <a:r>
              <a:rPr lang="en-US" b="1" dirty="0"/>
              <a:t xml:space="preserve">File component - </a:t>
            </a:r>
            <a:r>
              <a:rPr lang="en-US" dirty="0"/>
              <a:t>Stores resume data, job descriptions, and question banks for personalized preparation.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6) </a:t>
            </a:r>
            <a:r>
              <a:rPr lang="en-US" dirty="0"/>
              <a:t>Prompt Template – Structures the input prompt for IBM Granite model to generate accurate interview questions.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 xml:space="preserve"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Interview Trainer Agent</a:t>
            </a:r>
          </a:p>
          <a:p>
            <a:r>
              <a:rPr lang="en-US" b="1" dirty="0"/>
              <a:t>Agentic AI</a:t>
            </a:r>
            <a:r>
              <a:rPr lang="en-US" dirty="0"/>
              <a:t xml:space="preserve"> enables the Interview Trainer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 xml:space="preserve"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interview coaching.</a:t>
            </a:r>
          </a:p>
          <a:p>
            <a:r>
              <a:rPr lang="en-US" dirty="0"/>
              <a:t xml:space="preserve">Each agent performs a specific role—such as retrieving interview questions, evaluating answers, providing feedback tips, and tracking progress—while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 xml:space="preserve"> ensures efficient task execution and accurate results.</a:t>
            </a:r>
          </a:p>
          <a:p>
            <a:r>
              <a:rPr lang="en-US" dirty="0"/>
              <a:t xml:space="preserve">Agentic AI also brings </a:t>
            </a:r>
            <a:r>
              <a:rPr lang="en-US" b="1" dirty="0"/>
              <a:t>context awareness</a:t>
            </a:r>
            <a:r>
              <a:rPr lang="en-US" dirty="0"/>
              <a:t xml:space="preserve">, understanding user details like experience level, job role, and skill gaps to generate tailored interview questions.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questions and feedback based on user performance.</a:t>
            </a:r>
          </a:p>
          <a:p>
            <a:r>
              <a:rPr lang="en-US" dirty="0"/>
              <a:t>Additionally, agents communicate with each other, sharing context between question generation, answer evaluation, and feedback for better interview coaching.</a:t>
            </a:r>
          </a:p>
          <a:p>
            <a:r>
              <a:rPr lang="en-US" dirty="0"/>
              <a:t xml:space="preserve">Overall, Agentic AI makes the system proactive, personalized, and goal-driven, acting like a </a:t>
            </a:r>
            <a:r>
              <a:rPr lang="en-US" b="1" dirty="0"/>
              <a:t>smart digital interview coach</a:t>
            </a:r>
            <a:r>
              <a:rPr lang="en-US" dirty="0"/>
              <a:t xml:space="preserve"> that helps candidates succeed in competitive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 xml:space="preserve"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</a:t>
            </a:r>
            <a:r>
              <a:rPr lang="en-US" sz="1800" b="1" dirty="0" err="1"/>
              <a:t>Granite</a:t>
            </a:r>
            <a:r>
              <a:rPr lang="en-US" sz="1800" b="1" dirty="0"/>
              <a:t xml:space="preserve"> model </a:t>
            </a:r>
            <a:r>
              <a:rPr lang="en-US" sz="1800" dirty="0"/>
              <a:t xml:space="preserve">-  for </a:t>
            </a:r>
            <a:r>
              <a:rPr lang="en-US" sz="1800" dirty="0" err="1"/>
              <a:t>eg</a:t>
            </a:r>
            <a:r>
              <a:rPr lang="en-US" sz="1800" dirty="0"/>
              <a:t xml:space="preserve"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Cloud </a:t>
            </a:r>
            <a:r>
              <a:rPr lang="en-US" sz="1800" dirty="0"/>
              <a:t xml:space="preserve">– It provides the infrastructure to build, deploy, and scale the Interview Trainer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 xml:space="preserve"> for deploying the Interview Trainer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RAG– </a:t>
            </a:r>
            <a:r>
              <a:rPr lang="en-US" sz="1800" dirty="0"/>
              <a:t xml:space="preserve"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agent more accurate and trustworthy.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 xml:space="preserve">Vector Database </a:t>
            </a:r>
            <a:r>
              <a:rPr lang="en-IN" sz="1800" dirty="0"/>
              <a:t>(FAISS/Chroma) – For RAG-based interview Q&amp;A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 xml:space="preserve">AceIt Interview Trainer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 xml:space="preserve"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 xml:space="preserve"> – Instead of a single chatbot, multiple specialized agents collaborate to deliver accurate and context-aware interview preparation. </a:t>
            </a:r>
          </a:p>
          <a:p>
            <a:r>
              <a:rPr lang="en-IN" sz="1800" b="1" dirty="0"/>
              <a:t>RAG-Based Accuracy</a:t>
            </a:r>
            <a:r>
              <a:rPr lang="en-IN" sz="1800" dirty="0"/>
              <a:t xml:space="preserve"> – Retrieves real interview questions and model answers, ensuring up-to-date and relevant content. </a:t>
            </a:r>
          </a:p>
          <a:p>
            <a:r>
              <a:rPr lang="en-IN" sz="1800" b="1" dirty="0"/>
              <a:t>Hyper-Personalization</a:t>
            </a:r>
            <a:r>
              <a:rPr lang="en-IN" sz="1800" dirty="0"/>
              <a:t xml:space="preserve"> – Tailors questions based on job role, experience level, and skill gaps.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 xml:space="preserve"> – Continuously adapts questions and difficulty based on user </a:t>
            </a:r>
            <a:r>
              <a:rPr lang="en-IN" sz="1800" dirty="0" err="1"/>
              <a:t>behavior</a:t>
            </a:r>
            <a:r>
              <a:rPr lang="en-IN" sz="1800" dirty="0"/>
              <a:t xml:space="preserve">. </a:t>
            </a:r>
          </a:p>
          <a:p>
            <a:r>
              <a:rPr lang="en-IN" sz="1800" b="1" dirty="0"/>
              <a:t>Multi-Modal Input</a:t>
            </a:r>
            <a:r>
              <a:rPr lang="en-IN" sz="1800" dirty="0"/>
              <a:t xml:space="preserve"> – Supports text and voice-based answer submission for flexible practice. </a:t>
            </a:r>
          </a:p>
          <a:p>
            <a:r>
              <a:rPr lang="en-IN" sz="1800" b="1" dirty="0"/>
              <a:t>Comprehensive Coverage</a:t>
            </a:r>
            <a:r>
              <a:rPr lang="en-IN" sz="1800" dirty="0"/>
              <a:t xml:space="preserve"> – Covers technical, HR, and behavioral rounds for complete interview readiness.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 xml:space="preserve"> – Built on </a:t>
            </a:r>
            <a:r>
              <a:rPr lang="en-IN" sz="1800" b="1" dirty="0"/>
              <a:t>IBM watsonx.ai</a:t>
            </a:r>
            <a:r>
              <a:rPr lang="en-IN" sz="1800" dirty="0"/>
              <a:t xml:space="preserve"> with </a:t>
            </a:r>
            <a:r>
              <a:rPr lang="en-IN" sz="1800" b="1" dirty="0"/>
              <a:t>IBM Granite models</a:t>
            </a:r>
            <a:r>
              <a:rPr lang="en-IN" sz="1800" dirty="0"/>
              <a:t xml:space="preserve"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 xml:space="preserve">This makes the solution a </a:t>
            </a:r>
            <a:r>
              <a:rPr lang="en-IN" sz="1800" b="1" dirty="0"/>
              <a:t>smart, adaptive, and proactive digital interview coach</a:t>
            </a:r>
            <a:r>
              <a:rPr lang="en-IN" sz="1800" dirty="0"/>
              <a:t>, not just a static question bank.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 xml:space="preserve"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1. Integration with Job Portals &amp; Resume Analysis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be integrated with LinkedIn and job portals to auto-fetch job descriptions and generate hyper-relevant questions, enabling smarter and more targeted interview preparation.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AI-Powered Voice Assistant &amp; Multilingual Support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the system with video interview simulation will allow real-time analysis of tone and body language, giving candidates a complete mock interview experience to build confidence.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1423</Words>
  <Application>Microsoft Office PowerPoint</Application>
  <PresentationFormat>Widescreen</PresentationFormat>
  <Paragraphs>125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21</cp:revision>
  <dcterms:created xsi:type="dcterms:W3CDTF">2025-07-08T05:06:56Z</dcterms:created>
  <dcterms:modified xsi:type="dcterms:W3CDTF">2026-04-14T04:53:39Z</dcterms:modified>
</cp:coreProperties>
</file>